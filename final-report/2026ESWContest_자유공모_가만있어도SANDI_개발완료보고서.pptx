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법정 산소·유해가스 측정 설비와 감시인을 대체하지 않는다. 이 구간에서 사람의 존재와 상태를 보조적으로 확인해 경보를 낸다.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16966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" y="453542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" y="490118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" y="526694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" y="563270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는 환기 상태와 재실 추세를 보는 지표이며, 산소·유해가스 법정 측정을 대신하지 않는다.</a:t>
            </a:r>
            <a:endParaRPr lang="en-US" sz="1100" dirty="0"/>
          </a:p>
        </p:txBody>
      </p:sp>
      <p:pic>
        <p:nvPicPr>
          <p:cNvPr id="16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 (센서 → MCU 계층)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대조.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→ Pi 의 UDP 조각 재조립은 별도 계층인 프레임 CRC32 로 확인한다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데이터는 검증 범위 밖)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3081528" cy="3054096"/>
          </a:xfrm>
          <a:prstGeom prst="roundRect">
            <a:avLst>
              <a:gd name="adj" fmla="val 179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59952" y="1371600"/>
            <a:ext cx="2770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와 안전 판단의 역할 분리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759952" y="1664208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Edge AI 가 하는 일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59952" y="1883664"/>
            <a:ext cx="27706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열화상 인체·자세 특징 판단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CO₂ 재실 보조 분석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검증을 통과한 모델에 한해 증거 생성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59952" y="2414016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판단 계층이 하는 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59952" y="2633472"/>
            <a:ext cx="2770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유효성·신선도 검사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Sensor Health 판정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 증거만 가중치 재정규화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전부 무효면 판단 보류 (fail-closed)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최종 위험도와 경보 등급 결정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732520" y="3602736"/>
            <a:ext cx="2825496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851392" y="3657600"/>
            <a:ext cx="25877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출력도 센서 값과 같은 하나의 증거로 다룬다. AI 또는 센서가 신뢰할 수 없는 상태이면 그 입력을 최종 위험 판단에서 제외한다.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Production 열화상 경로는 per-frame min-max 전처리와 thermal_fall_int8 v0.1.0 추론으로 구성한다. ℃ 변환 → P1 z-score → FULL_INT8(B5) 는 오프라인 진단·호환성 검증 경로이며 제품 경로와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오프라인 검증 경로에서 구현·확인하였으며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4005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(Production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파일의 존재만으로 검증 통과를 판단할 수 없음을 확인하였다.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식별이 가능한 RGB 카메라를 쓰지 않는다. mmWave 의 미세 움직임, 열화상의 열 분포, CO₂ 의 환경 추세, PIR 의 움직임 이벤트가 서로 다른 실패 모드를 상쇄한다. 80×62 열화상은 개인 식별에 쓰기 어려운 해상도라 촬영이 통제되는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감지 성능보다 증거를 다루는 정책에서 차이를 둔다.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1,042줄 · RAM 9.9 % / Flash 20.5 % · 자기진단 9종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4건 통과 · CRC-16 · 범위 재계산 · 이중 TTL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Pi 5 p50 162.70 / p95 173.90 ms · 유효 97.8 % · fail-closed 6종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통합 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[검증 후 입력]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동시 수용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5760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850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95344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정본 트리에서 하드웨어 없이 실행 가능한 테스트 40건을 직접 실행하여 전부 통과하였다 (LCD 4 · 위험도 22 · CO₂ 10 · mmWave 4).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재편 이전 트리의 실패 2건은 결과를 보정하지 않고 실패로 기록하였다. 테스트 함수 1,483개는 소스에 정의된 개수이므로 실행 건수와 구분한다.</a:t>
            </a:r>
            <a:endParaRPr lang="en-US" sz="95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개인을 식별할 수 있는 RGB 카메라를 쓰지 않는다. 열화상은 80×62 저해상도 표면 온도 분포이고,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RGB 영상 기반 감시에 비해 개인정보 노출 가능성이 낮고, 촬영 장비 반입이 통제되는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연구시설 (확장 적용 분야)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RGB 영상을 남기지 않아 반출 심사 부담이 작다. 1인 작업이 잦은 클린룸·시험동이 우선 적용 대상이며, 반도체 팹·군사시설은 현장 검증 전 단계의 적용 후보다.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mmWave 채널 단독 리플레이 평가에서 좌석 거리에 해당하는 0.6~0.9 m 구간 재실 검출률 1.000 을 얻었다. 잔류 여부를 사람의 조작 없이 센서가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249424"/>
            <a:ext cx="5422392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249424"/>
            <a:ext cx="5422392" cy="274320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102352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화면에는 RGB 영상 없이 상태값만 남는다.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보조 안전설비의 초기 도입비이며, 5개 공간 기준 공간당 260,482원으로 감시인 1명 월 인건비의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34256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34256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34256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754880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75488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75488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17550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17550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17550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RGB 영상을 남기지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632704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법령과 보안 규정이 수요를 만든다. SafeNest 는 안전 인력과 측정 설비를 보조하는 장비이며, 초기 도입비는 감시인 인건비의 12~21 % 수준이다.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54480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54480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856232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56232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856232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157984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57984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157984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2459736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459736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459736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2761488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61488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761488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검증(Production 경로) · fail-closed 6종 · Pi 5 지연 실측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063240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063240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063240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3364992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364992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364992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 확정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3666744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666744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666744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3968496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968496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3968496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4270248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270248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874520" y="4270248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실기기 E2E 검증 · 통합 시나리오 계측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47000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2026-08-25T01:43:34Z</dcterms:created>
  <dcterms:modified xsi:type="dcterms:W3CDTF">2026-08-25T01:43:34Z</dcterms:modified>
</cp:coreProperties>
</file>