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esktop/safenest-final-report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92531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이 구간에서 사람의 존재와 상태를 자동으로 확인하고 현장에 경보를 낸다.</a:t>
            </a:r>
            <a:endParaRPr lang="en-US" sz="13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Express 5 · QR 공간코드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4343400"/>
                <a:gridCol w="1965960"/>
                <a:gridCol w="31821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/ PlatformIO (C++)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devices/esp32_node/firmware/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integration/pi_lcd/server.py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ondevice_ai/inference/, 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ondevice_ai/risk/risk_engine.py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웹 관제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Node.js Express 5 (bcryptjs · jsonwebtoken · qrcode)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integration/web/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shared/contracts/base_sensor.py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1,904개 (패키징 시점 개발 스냅샷, commit 3f22fb1).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206240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0352" y="4645152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0352" y="5084064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30352" y="5522976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200" dirty="0"/>
          </a:p>
        </p:txBody>
      </p:sp>
      <p:pic>
        <p:nvPicPr>
          <p:cNvPr id="15" name="Image 0" descr="/Users/kimjinsoo/Desktop/safenest-final-report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esp32_node/firmware/esp32_sensor_node.ino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(741줄)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devices/{mmwave,co2,pir,thermal}/src/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어댑터, mock, 설정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shared/contracts/base_sensor.py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영역이 의존하는 공용 센서 계약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integration/pi_lcd/server.py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ondevice_ai/risk/{risk_engine,fallback}.py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ondevice_ai/integrated_node/run_node.py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Express 5 관제 웹, QR 생성, 시뮬레이터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Express 5,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integration/pi_lcd/server.py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integration/pi_lcd 테스트 13건을 실행해 전부 통과하였다. 부분 수신, 잘못된 헤더, 시퀀스 불일치, 신선도 판정이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평가 미수행)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8668512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EMPTY_ROOM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177272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10241280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NOT_HUMAN 판정 화면 삽입 예정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604504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8668512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LYING 자세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10177272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10241280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HUMAN_FALL 판정 화면 삽입 예정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604504" y="3968496"/>
            <a:ext cx="30815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2] Thermal-90 실기기 온디바이스 판정 예시 (이미지 삽입 예정). thermal_fall_int8@0.1.0, per-frame min-max. HUMAN_FALL은 LYING 자세 프록시이며 실제 낙상 사건 판정이 아님.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현재 Production 열화상 경로는 per-frame min-max + thermal_fall_int8 v0.1.0 이다. ℃ 변환 → P1 z-score → FULL_INT8(B5) 경로는 오프라인 진단·호환성 검증용으로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레거시 시험 코드에서 구현·검증하였으며,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ondevice_ai/models/model_manifest.json · 03_Evidence/Thermal/phase4_6_inference_report.md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351129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1363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(ondevice_ai/risk/fallback.py)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esktop/safenest-final-report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esktop/safenest-final-report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(레거시 v0.1.0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파일이 있다는 것이 검증을 통과했다는 뜻은 아니라는 사실이 드러났다.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센서를 쓰지 않는다. mmWave 의 미세 움직임, 열화상의 저해상도 열 분포, CO₂ 의 환경 추세, PIR 의 움직임 이벤트가 서로 다른 실패 모드를 상쇄한다. 열화상 80×62 는 개인 식별이 불가능한 해상도이므로, 촬영 장비 반입이 통제되는 보안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esktop/safenest-final-report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가 다르게 한 지점은 감지 성능보다 증거를 다루는 정책에 있다.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계획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741줄 · RAM 9.9 % / Flash 20.5 % · 자기진단 9종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13건 통과 · CRC-16 · 범위 재계산 · 이중 TTL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Pi 5 p50 162.70 / p95 173.90 ms · 유효 97.8 % · fail-closed 6종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3931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6674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77056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하드웨어 없이 실행 가능한 테스트 57건을 직접 실행하여 전부 통과하였다. 데이터 파일이 저장소에 포함되지 않아 실행 대상에서 제외한 항목이 2건 있다.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저장소의 테스트 함수 1,483개는 소스에 정의된 개수이므로 실행 건수와 구분해 표기한다.</a:t>
            </a:r>
            <a:endParaRPr lang="en-US" sz="1000" dirty="0"/>
          </a:p>
        </p:txBody>
      </p:sp>
      <p:pic>
        <p:nvPicPr>
          <p:cNvPr id="13" name="Image 0" descr="/Users/kimjinsoo/Desktop/safenest-final-report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esktop/safenest-final-report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esktop/safenest-final-report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esktop/safenest-final-report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esktop/safenest-final-report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영상 센서를 전혀 쓰지 않는다. 열화상은 80×62 해상도로 개인을 식별할 수 없고,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촬영 장비 반입이나 영상 저장이 통제되는 공간, 사생활 침해가 문제가 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반도체 팹 · 군사 · 연구시설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남는 것이 영상이 아니라 상태값이므로 반출 심사 대상이 되는 화상 데이터를 만들지 않는다. 1인 작업이 잦은 클린룸·시험동에 적용할 수 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SafeNest 는 좌석 거리에 해당하는 0.6~0.9 m 구간에서 재실 검출률 1.000 을 보였으므로 잔류 여부를 센서가 직접 판정한다.</a:t>
            </a:r>
            <a:endParaRPr lang="en-US" sz="1050" dirty="0"/>
          </a:p>
        </p:txBody>
      </p:sp>
      <p:pic>
        <p:nvPicPr>
          <p:cNvPr id="25" name="Image 0" descr="/Users/kimjinsoo/Desktop/safenest-final-report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340864"/>
            <a:ext cx="5422392" cy="320954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340864"/>
            <a:ext cx="5422392" cy="320954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614416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Express 5 관제 웹. QR 로 공간을 식별해 밀폐공간 A-01, 통학차량 B-02, 창고 C-03 을 등록·조회한다. 화면에 남는 것은 영상이 아니라 상태값이다.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0840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5개 공간 기준 공간당 260,482원으로, 감시인 1명 월 인건비 2,156,880원의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263640" y="40599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수요가 법령으로 발생하는 시장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6263640" y="4389120"/>
            <a:ext cx="45720" cy="384048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0" y="438912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644384" y="4389120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산소·유해가스 농도 측정과 감시인 배치를 사업주 의무로 규정한다. 최근 10년 질식재해 174건 · 재해자 338명 · 사망 136명.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263640" y="4828032"/>
            <a:ext cx="45720" cy="3840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0" y="4828032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644384" y="482803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어린이 하차확인장치 작동을 의무화하고 있어 장착 수요가 이미 제도화되어 있다.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63640" y="5266944"/>
            <a:ext cx="45720" cy="384048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1"/>
          <p:cNvSpPr/>
          <p:nvPr/>
        </p:nvSpPr>
        <p:spPr>
          <a:xfrm>
            <a:off x="6400800" y="5266944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644384" y="5266944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없는 구간이다. 영상을 만들지 않는 감시 수단에 대한 대체재가 없다.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5760720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시장 모두 임의 도입이 아니라 법령과 보안 규정이 수요를 만든다. 따라서 도입 판단은 성능보다 대체 비용에서 갈리며, 감시인 인건비의 12~21 % 수준인 도입비가 근거가 된다.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59105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910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159105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202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2024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192024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24942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4942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224942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57860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57860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74520" y="257860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2907792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90779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4520" y="2907792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검증(레거시 v0.1.0 경로) · fail-closed 6종 · Pi 5 지연 실측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323697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3697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74520" y="323697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5661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74520" y="356616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스냅샷(3f22fb1) 확정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389534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89534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4520" y="389534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02920" y="422452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22452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74520" y="422452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02920" y="47183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07408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83880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(CODEOWNERS)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devices/mmwave/ · docs/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devices/co2/ · devices/esp32_node/ · integration/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esp32_sensor_node.ino(741줄),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devices/thermal/ · docs/thermal/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 · shared/contracts/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devices/pir/ · 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shared/contracts/base_sensor.py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2026-08-24T05:18:21Z</dcterms:created>
  <dcterms:modified xsi:type="dcterms:W3CDTF">2026-08-24T05:18:21Z</dcterms:modified>
</cp:coreProperties>
</file>